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  <p:sldId id="262" r:id="rId7"/>
    <p:sldId id="264" r:id="rId8"/>
    <p:sldId id="263" r:id="rId9"/>
    <p:sldId id="265" r:id="rId10"/>
    <p:sldId id="258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AEEB90-8253-433C-AE68-DD4E37BA1DE2}" v="275" dt="2026-05-14T22:30:52.970"/>
    <p1510:client id="{B94FD816-FC53-4569-AC48-F13214A638C4}" v="586" dt="2026-05-15T08:44:03.5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3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E39E26-4498-4D66-9ACE-D147A05BBA1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890F178-2207-4E77-941A-BA9290FC9135}">
      <dgm:prSet phldrT="[Текст]" phldr="0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pPr rtl="0"/>
          <a:r>
            <a:rPr lang="ru-RU" dirty="0">
              <a:latin typeface="Aptos Display" panose="02110004020202020204"/>
            </a:rPr>
            <a:t>Внешний вид</a:t>
          </a:r>
          <a:endParaRPr lang="ru-RU" dirty="0"/>
        </a:p>
      </dgm:t>
    </dgm:pt>
    <dgm:pt modelId="{12FB196E-507C-44AD-8284-AD02ABE0B653}" type="parTrans" cxnId="{F05B04D2-90FB-44BD-88C1-FFE04BA6D884}">
      <dgm:prSet/>
      <dgm:spPr/>
      <dgm:t>
        <a:bodyPr/>
        <a:lstStyle/>
        <a:p>
          <a:endParaRPr lang="ru-RU"/>
        </a:p>
      </dgm:t>
    </dgm:pt>
    <dgm:pt modelId="{2F05576B-D3E1-4CA2-BA6A-56121E80F8BA}" type="sibTrans" cxnId="{F05B04D2-90FB-44BD-88C1-FFE04BA6D884}">
      <dgm:prSet/>
      <dgm:spPr/>
      <dgm:t>
        <a:bodyPr/>
        <a:lstStyle/>
        <a:p>
          <a:endParaRPr lang="ru-RU"/>
        </a:p>
      </dgm:t>
    </dgm:pt>
    <dgm:pt modelId="{C076E7CD-DE72-40A9-B02D-BB0144FFDDF4}">
      <dgm:prSet phldrT="[Текст]" phldr="0"/>
      <dgm:spPr/>
      <dgm:t>
        <a:bodyPr/>
        <a:lstStyle/>
        <a:p>
          <a:pPr rtl="0"/>
          <a:r>
            <a:rPr lang="ru-RU" dirty="0">
              <a:latin typeface="Aptos Display" panose="02110004020202020204"/>
            </a:rPr>
            <a:t>Создаем струтуру сайта</a:t>
          </a:r>
          <a:endParaRPr lang="ru-RU" dirty="0"/>
        </a:p>
      </dgm:t>
    </dgm:pt>
    <dgm:pt modelId="{AC932AC5-7C10-405E-BB32-B9E25BF0A2B5}" type="parTrans" cxnId="{4135D8EC-5968-4101-940B-AF13588704DA}">
      <dgm:prSet/>
      <dgm:spPr/>
      <dgm:t>
        <a:bodyPr/>
        <a:lstStyle/>
        <a:p>
          <a:endParaRPr lang="ru-RU"/>
        </a:p>
      </dgm:t>
    </dgm:pt>
    <dgm:pt modelId="{D2A83FA3-FBF2-4C6D-B4F1-DD6903B25802}" type="sibTrans" cxnId="{4135D8EC-5968-4101-940B-AF13588704DA}">
      <dgm:prSet/>
      <dgm:spPr/>
      <dgm:t>
        <a:bodyPr/>
        <a:lstStyle/>
        <a:p>
          <a:endParaRPr lang="ru-RU"/>
        </a:p>
      </dgm:t>
    </dgm:pt>
    <dgm:pt modelId="{CBB83EAD-CF02-4DB1-9C37-A8A0F2124D78}">
      <dgm:prSet phldrT="[Текст]" phldr="0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>
              <a:latin typeface="Aptos Display" panose="02110004020202020204"/>
            </a:rPr>
            <a:t>Flask</a:t>
          </a:r>
          <a:endParaRPr lang="ru-RU" dirty="0"/>
        </a:p>
      </dgm:t>
    </dgm:pt>
    <dgm:pt modelId="{2351BF96-9D81-46F0-8819-2CD9C3FF03C4}" type="parTrans" cxnId="{4728576A-7E06-499D-9109-D62DCF83189F}">
      <dgm:prSet/>
      <dgm:spPr/>
      <dgm:t>
        <a:bodyPr/>
        <a:lstStyle/>
        <a:p>
          <a:endParaRPr lang="ru-RU"/>
        </a:p>
      </dgm:t>
    </dgm:pt>
    <dgm:pt modelId="{16069F65-4515-4EA8-8EAC-2B651BA33EE1}" type="sibTrans" cxnId="{4728576A-7E06-499D-9109-D62DCF83189F}">
      <dgm:prSet/>
      <dgm:spPr/>
      <dgm:t>
        <a:bodyPr/>
        <a:lstStyle/>
        <a:p>
          <a:endParaRPr lang="ru-RU"/>
        </a:p>
      </dgm:t>
    </dgm:pt>
    <dgm:pt modelId="{DC2E4A70-4962-4810-AEB2-610360114E91}">
      <dgm:prSet phldrT="[Текст]" phldr="0"/>
      <dgm:spPr/>
      <dgm:t>
        <a:bodyPr/>
        <a:lstStyle/>
        <a:p>
          <a:pPr rtl="0"/>
          <a:r>
            <a:rPr lang="ru-RU" dirty="0">
              <a:latin typeface="Aptos Display" panose="02110004020202020204"/>
            </a:rPr>
            <a:t>Добавляем регистрацию</a:t>
          </a:r>
          <a:endParaRPr lang="ru-RU" dirty="0"/>
        </a:p>
      </dgm:t>
    </dgm:pt>
    <dgm:pt modelId="{D5515433-54A7-4AE0-89B0-DE14EBCD393D}" type="parTrans" cxnId="{23596AF7-C408-45DC-9FEB-60E73E9BF08B}">
      <dgm:prSet/>
      <dgm:spPr/>
      <dgm:t>
        <a:bodyPr/>
        <a:lstStyle/>
        <a:p>
          <a:endParaRPr lang="ru-RU"/>
        </a:p>
      </dgm:t>
    </dgm:pt>
    <dgm:pt modelId="{CBE252F0-BDF2-4652-B4A5-E8E0A5BDCD9E}" type="sibTrans" cxnId="{23596AF7-C408-45DC-9FEB-60E73E9BF08B}">
      <dgm:prSet/>
      <dgm:spPr/>
      <dgm:t>
        <a:bodyPr/>
        <a:lstStyle/>
        <a:p>
          <a:endParaRPr lang="ru-RU"/>
        </a:p>
      </dgm:t>
    </dgm:pt>
    <dgm:pt modelId="{A95449E9-8760-4361-9459-04FCEEB1A875}">
      <dgm:prSet phldrT="[Текст]"/>
      <dgm:spPr/>
      <dgm:t>
        <a:bodyPr/>
        <a:lstStyle/>
        <a:p>
          <a:pPr rtl="0"/>
          <a:r>
            <a:rPr lang="ru-RU" dirty="0">
              <a:latin typeface="Aptos Display" panose="02110004020202020204"/>
            </a:rPr>
            <a:t>Создаем первоначальный вид сайта</a:t>
          </a:r>
          <a:endParaRPr lang="ru-RU" dirty="0"/>
        </a:p>
      </dgm:t>
    </dgm:pt>
    <dgm:pt modelId="{B87F7129-0E54-4198-B056-928BF7D0CB40}" type="parTrans" cxnId="{711C5AB1-BA62-4BB3-BD2D-40334E8E440D}">
      <dgm:prSet/>
      <dgm:spPr/>
      <dgm:t>
        <a:bodyPr/>
        <a:lstStyle/>
        <a:p>
          <a:endParaRPr lang="ru-RU"/>
        </a:p>
      </dgm:t>
    </dgm:pt>
    <dgm:pt modelId="{E73B632B-BB4E-4E02-AE00-DB675980FDF7}" type="sibTrans" cxnId="{711C5AB1-BA62-4BB3-BD2D-40334E8E440D}">
      <dgm:prSet/>
      <dgm:spPr/>
      <dgm:t>
        <a:bodyPr/>
        <a:lstStyle/>
        <a:p>
          <a:endParaRPr lang="ru-RU"/>
        </a:p>
      </dgm:t>
    </dgm:pt>
    <dgm:pt modelId="{DC3D0DD9-E455-435C-89FB-A6541E2D47E9}">
      <dgm:prSet phldrT="[Текст]"/>
      <dgm:spPr/>
      <dgm:t>
        <a:bodyPr/>
        <a:lstStyle/>
        <a:p>
          <a:pPr rtl="0"/>
          <a:r>
            <a:rPr lang="ru-RU" dirty="0">
              <a:latin typeface="Aptos Display" panose="02110004020202020204"/>
            </a:rPr>
            <a:t>Проверяем работу серверов сайта</a:t>
          </a:r>
          <a:endParaRPr lang="ru-RU" dirty="0"/>
        </a:p>
      </dgm:t>
    </dgm:pt>
    <dgm:pt modelId="{966C5567-0020-44F7-97C2-1A6179375B6B}" type="parTrans" cxnId="{A976C9AA-36FB-4AB0-94C7-93EE90CD7D2D}">
      <dgm:prSet/>
      <dgm:spPr/>
      <dgm:t>
        <a:bodyPr/>
        <a:lstStyle/>
        <a:p>
          <a:endParaRPr lang="ru-RU"/>
        </a:p>
      </dgm:t>
    </dgm:pt>
    <dgm:pt modelId="{D659FEC6-6DA6-4008-8F8D-8F19E98A91CF}" type="sibTrans" cxnId="{A976C9AA-36FB-4AB0-94C7-93EE90CD7D2D}">
      <dgm:prSet/>
      <dgm:spPr/>
      <dgm:t>
        <a:bodyPr/>
        <a:lstStyle/>
        <a:p>
          <a:endParaRPr lang="ru-RU"/>
        </a:p>
      </dgm:t>
    </dgm:pt>
    <dgm:pt modelId="{177A6A29-B5CF-45FB-9989-8C6BC6E3368A}">
      <dgm:prSet phldrT="[Текст]" phldr="0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>
              <a:latin typeface="Aptos Display" panose="02110004020202020204"/>
            </a:rPr>
            <a:t>API</a:t>
          </a:r>
          <a:endParaRPr lang="ru-RU" dirty="0"/>
        </a:p>
      </dgm:t>
    </dgm:pt>
    <dgm:pt modelId="{163D27F8-1867-4A18-9370-7F5A5E62C16D}" type="parTrans" cxnId="{B18C44B3-53EC-4A69-8008-DAA1C99E4F43}">
      <dgm:prSet/>
      <dgm:spPr/>
      <dgm:t>
        <a:bodyPr/>
        <a:lstStyle/>
        <a:p>
          <a:endParaRPr lang="ru-RU"/>
        </a:p>
      </dgm:t>
    </dgm:pt>
    <dgm:pt modelId="{AF36CDCC-EA78-4FC4-BF42-6847A696C3B7}" type="sibTrans" cxnId="{B18C44B3-53EC-4A69-8008-DAA1C99E4F43}">
      <dgm:prSet/>
      <dgm:spPr/>
      <dgm:t>
        <a:bodyPr/>
        <a:lstStyle/>
        <a:p>
          <a:endParaRPr lang="ru-RU"/>
        </a:p>
      </dgm:t>
    </dgm:pt>
    <dgm:pt modelId="{7F3C21C0-0039-407A-8293-B92BBA6F369E}">
      <dgm:prSet phldrT="[Текст]"/>
      <dgm:spPr/>
      <dgm:t>
        <a:bodyPr/>
        <a:lstStyle/>
        <a:p>
          <a:pPr rtl="0"/>
          <a:r>
            <a:rPr lang="ru-RU" dirty="0">
              <a:latin typeface="Aptos Display" panose="02110004020202020204"/>
            </a:rPr>
            <a:t>Добавляем привязку к Discord</a:t>
          </a:r>
          <a:endParaRPr lang="ru-RU" dirty="0"/>
        </a:p>
      </dgm:t>
    </dgm:pt>
    <dgm:pt modelId="{F9224E6B-E96C-47C1-8AC6-BC54B4398425}" type="parTrans" cxnId="{CDFEA63F-2876-4610-86FB-3A6E692FCED2}">
      <dgm:prSet/>
      <dgm:spPr/>
      <dgm:t>
        <a:bodyPr/>
        <a:lstStyle/>
        <a:p>
          <a:endParaRPr lang="ru-RU"/>
        </a:p>
      </dgm:t>
    </dgm:pt>
    <dgm:pt modelId="{2DA181AA-1401-41FA-91F4-13B664F31F3B}" type="sibTrans" cxnId="{CDFEA63F-2876-4610-86FB-3A6E692FCED2}">
      <dgm:prSet/>
      <dgm:spPr/>
      <dgm:t>
        <a:bodyPr/>
        <a:lstStyle/>
        <a:p>
          <a:endParaRPr lang="ru-RU"/>
        </a:p>
      </dgm:t>
    </dgm:pt>
    <dgm:pt modelId="{EE7CA6B5-C50F-401F-953E-C9C5E4AC03EA}">
      <dgm:prSet phldrT="[Текст]" phldr="0"/>
      <dgm:spPr/>
      <dgm:t>
        <a:bodyPr/>
        <a:lstStyle/>
        <a:p>
          <a:pPr rtl="0"/>
          <a:r>
            <a:rPr lang="ru-RU" dirty="0">
              <a:latin typeface="Aptos Display" panose="02110004020202020204"/>
            </a:rPr>
            <a:t>Добавляем вход в аккаунт</a:t>
          </a:r>
          <a:endParaRPr lang="ru-RU" dirty="0"/>
        </a:p>
      </dgm:t>
    </dgm:pt>
    <dgm:pt modelId="{44069ECB-1EF0-494E-9F95-832FE84505E9}" type="parTrans" cxnId="{B8E91CC3-2075-4B10-A8A8-3ED51828AAC5}">
      <dgm:prSet/>
      <dgm:spPr/>
      <dgm:t>
        <a:bodyPr/>
        <a:lstStyle/>
        <a:p>
          <a:endParaRPr lang="ru-RU"/>
        </a:p>
      </dgm:t>
    </dgm:pt>
    <dgm:pt modelId="{27B9AEC0-C063-45FB-9DD3-61621AE572CE}" type="sibTrans" cxnId="{B8E91CC3-2075-4B10-A8A8-3ED51828AAC5}">
      <dgm:prSet/>
      <dgm:spPr/>
      <dgm:t>
        <a:bodyPr/>
        <a:lstStyle/>
        <a:p>
          <a:endParaRPr lang="ru-RU"/>
        </a:p>
      </dgm:t>
    </dgm:pt>
    <dgm:pt modelId="{90F47B81-59E8-4CFC-A644-3F6948FB51A4}">
      <dgm:prSet phldrT="[Текст]"/>
      <dgm:spPr/>
      <dgm:t>
        <a:bodyPr/>
        <a:lstStyle/>
        <a:p>
          <a:pPr rtl="0"/>
          <a:r>
            <a:rPr lang="ru-RU" sz="1100" dirty="0">
              <a:latin typeface="Calibri"/>
              <a:ea typeface="Calibri"/>
              <a:cs typeface="Calibri"/>
            </a:rPr>
            <a:t>Добавляем привязку к Twitch</a:t>
          </a:r>
        </a:p>
      </dgm:t>
    </dgm:pt>
    <dgm:pt modelId="{EEF64EEF-3BA0-40CE-A9C3-4A361941A090}" type="parTrans" cxnId="{DBACA85A-2F7D-4B61-ACB9-9CF453E890DE}">
      <dgm:prSet/>
      <dgm:spPr/>
      <dgm:t>
        <a:bodyPr/>
        <a:lstStyle/>
        <a:p>
          <a:endParaRPr lang="ru-RU"/>
        </a:p>
      </dgm:t>
    </dgm:pt>
    <dgm:pt modelId="{7F2E802B-B5FE-4AC2-BC1D-EFC38E494236}" type="sibTrans" cxnId="{DBACA85A-2F7D-4B61-ACB9-9CF453E890DE}">
      <dgm:prSet/>
      <dgm:spPr/>
      <dgm:t>
        <a:bodyPr/>
        <a:lstStyle/>
        <a:p>
          <a:endParaRPr lang="ru-RU"/>
        </a:p>
      </dgm:t>
    </dgm:pt>
    <dgm:pt modelId="{0F94AE7C-2216-4057-AADA-A6B4C7E0C751}">
      <dgm:prSet phldrT="[Текст]" phldr="0"/>
      <dgm:spPr/>
      <dgm:t>
        <a:bodyPr/>
        <a:lstStyle/>
        <a:p>
          <a:pPr rtl="0"/>
          <a:r>
            <a:rPr lang="ru-RU" dirty="0">
              <a:latin typeface="Aptos Display" panose="02110004020202020204"/>
            </a:rPr>
            <a:t>Проверяем работу API</a:t>
          </a:r>
          <a:endParaRPr lang="ru-RU" dirty="0"/>
        </a:p>
      </dgm:t>
    </dgm:pt>
    <dgm:pt modelId="{EAA01054-64DC-49C8-BB5A-1CF26D7801AC}" type="parTrans" cxnId="{38A455EB-1815-48AC-A06C-CE59A4B91259}">
      <dgm:prSet/>
      <dgm:spPr/>
      <dgm:t>
        <a:bodyPr/>
        <a:lstStyle/>
        <a:p>
          <a:endParaRPr lang="ru-RU"/>
        </a:p>
      </dgm:t>
    </dgm:pt>
    <dgm:pt modelId="{56E7BED8-8102-4B46-A5F4-51BA936E86A9}" type="sibTrans" cxnId="{38A455EB-1815-48AC-A06C-CE59A4B91259}">
      <dgm:prSet/>
      <dgm:spPr/>
      <dgm:t>
        <a:bodyPr/>
        <a:lstStyle/>
        <a:p>
          <a:endParaRPr lang="ru-RU"/>
        </a:p>
      </dgm:t>
    </dgm:pt>
    <dgm:pt modelId="{F43E5A27-D370-41BE-B89D-A696808A713A}">
      <dgm:prSet phldrT="[Текст]" phldr="0"/>
      <dgm:spPr/>
      <dgm:t>
        <a:bodyPr/>
        <a:lstStyle/>
        <a:p>
          <a:pPr rtl="0"/>
          <a:r>
            <a:rPr lang="ru-RU" dirty="0">
              <a:latin typeface="Aptos Display" panose="02110004020202020204"/>
            </a:rPr>
            <a:t>Тестирование</a:t>
          </a:r>
        </a:p>
      </dgm:t>
    </dgm:pt>
    <dgm:pt modelId="{06DD59CA-8F14-4DC1-9745-792B48238739}" type="parTrans" cxnId="{4112190B-AD7F-46BE-B28A-CCE2D470581C}">
      <dgm:prSet/>
      <dgm:spPr/>
    </dgm:pt>
    <dgm:pt modelId="{DC12F41C-FE79-49BD-B7F4-6C55CAF2D0A7}" type="sibTrans" cxnId="{4112190B-AD7F-46BE-B28A-CCE2D470581C}">
      <dgm:prSet/>
      <dgm:spPr/>
    </dgm:pt>
    <dgm:pt modelId="{FA875D33-6294-4415-8BF0-93F9C639C018}" type="pres">
      <dgm:prSet presAssocID="{48E39E26-4498-4D66-9ACE-D147A05BBA18}" presName="linear" presStyleCnt="0">
        <dgm:presLayoutVars>
          <dgm:animLvl val="lvl"/>
          <dgm:resizeHandles val="exact"/>
        </dgm:presLayoutVars>
      </dgm:prSet>
      <dgm:spPr/>
    </dgm:pt>
    <dgm:pt modelId="{8A0D57C4-41B0-42B4-965F-0892EEC3EC24}" type="pres">
      <dgm:prSet presAssocID="{B890F178-2207-4E77-941A-BA9290FC913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542FB99-3407-4F2D-9C93-035C8035B143}" type="pres">
      <dgm:prSet presAssocID="{B890F178-2207-4E77-941A-BA9290FC9135}" presName="childText" presStyleLbl="revTx" presStyleIdx="0" presStyleCnt="4">
        <dgm:presLayoutVars>
          <dgm:bulletEnabled val="1"/>
        </dgm:presLayoutVars>
      </dgm:prSet>
      <dgm:spPr/>
    </dgm:pt>
    <dgm:pt modelId="{5E1554EA-31D7-4820-A418-76BE800A2643}" type="pres">
      <dgm:prSet presAssocID="{CBB83EAD-CF02-4DB1-9C37-A8A0F2124D7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1582F5B-AAE7-4A33-A120-6884B84CE253}" type="pres">
      <dgm:prSet presAssocID="{CBB83EAD-CF02-4DB1-9C37-A8A0F2124D78}" presName="childText" presStyleLbl="revTx" presStyleIdx="1" presStyleCnt="4">
        <dgm:presLayoutVars>
          <dgm:bulletEnabled val="1"/>
        </dgm:presLayoutVars>
      </dgm:prSet>
      <dgm:spPr/>
    </dgm:pt>
    <dgm:pt modelId="{855E81DD-AD3D-4E21-AA22-FAF1C29CEC76}" type="pres">
      <dgm:prSet presAssocID="{177A6A29-B5CF-45FB-9989-8C6BC6E3368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62E65CF-C064-4E46-8A2A-ECFB31624F7F}" type="pres">
      <dgm:prSet presAssocID="{177A6A29-B5CF-45FB-9989-8C6BC6E3368A}" presName="childText" presStyleLbl="revTx" presStyleIdx="2" presStyleCnt="4">
        <dgm:presLayoutVars>
          <dgm:bulletEnabled val="1"/>
        </dgm:presLayoutVars>
      </dgm:prSet>
      <dgm:spPr/>
    </dgm:pt>
    <dgm:pt modelId="{C41F2A17-A396-4CCD-9147-47F27C3D93DD}" type="pres">
      <dgm:prSet presAssocID="{F43E5A27-D370-41BE-B89D-A696808A713A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C82AD880-E6C5-4823-A074-944A7E867823}" type="pres">
      <dgm:prSet presAssocID="{F43E5A27-D370-41BE-B89D-A696808A713A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4112190B-AD7F-46BE-B28A-CCE2D470581C}" srcId="{48E39E26-4498-4D66-9ACE-D147A05BBA18}" destId="{F43E5A27-D370-41BE-B89D-A696808A713A}" srcOrd="3" destOrd="0" parTransId="{06DD59CA-8F14-4DC1-9745-792B48238739}" sibTransId="{DC12F41C-FE79-49BD-B7F4-6C55CAF2D0A7}"/>
    <dgm:cxn modelId="{AF4CAF19-2C01-4E73-9ED8-CE3BADC414EC}" type="presOf" srcId="{C076E7CD-DE72-40A9-B02D-BB0144FFDDF4}" destId="{3542FB99-3407-4F2D-9C93-035C8035B143}" srcOrd="0" destOrd="0" presId="urn:microsoft.com/office/officeart/2005/8/layout/vList2"/>
    <dgm:cxn modelId="{6D5A661E-786B-42A5-A77F-F0DDC1832999}" type="presOf" srcId="{90F47B81-59E8-4CFC-A644-3F6948FB51A4}" destId="{F62E65CF-C064-4E46-8A2A-ECFB31624F7F}" srcOrd="0" destOrd="1" presId="urn:microsoft.com/office/officeart/2005/8/layout/vList2"/>
    <dgm:cxn modelId="{62318424-B3CF-4431-8BCB-C48C9896D8C0}" type="presOf" srcId="{B890F178-2207-4E77-941A-BA9290FC9135}" destId="{8A0D57C4-41B0-42B4-965F-0892EEC3EC24}" srcOrd="0" destOrd="0" presId="urn:microsoft.com/office/officeart/2005/8/layout/vList2"/>
    <dgm:cxn modelId="{C20C422A-8104-49A8-886A-A810A1CC23CA}" type="presOf" srcId="{DC3D0DD9-E455-435C-89FB-A6541E2D47E9}" destId="{C82AD880-E6C5-4823-A074-944A7E867823}" srcOrd="0" destOrd="0" presId="urn:microsoft.com/office/officeart/2005/8/layout/vList2"/>
    <dgm:cxn modelId="{CDFEA63F-2876-4610-86FB-3A6E692FCED2}" srcId="{177A6A29-B5CF-45FB-9989-8C6BC6E3368A}" destId="{7F3C21C0-0039-407A-8293-B92BBA6F369E}" srcOrd="0" destOrd="0" parTransId="{F9224E6B-E96C-47C1-8AC6-BC54B4398425}" sibTransId="{2DA181AA-1401-41FA-91F4-13B664F31F3B}"/>
    <dgm:cxn modelId="{187D2B46-0AD3-4C32-8F98-9771B8F9815C}" type="presOf" srcId="{0F94AE7C-2216-4057-AADA-A6B4C7E0C751}" destId="{C82AD880-E6C5-4823-A074-944A7E867823}" srcOrd="0" destOrd="1" presId="urn:microsoft.com/office/officeart/2005/8/layout/vList2"/>
    <dgm:cxn modelId="{4728576A-7E06-499D-9109-D62DCF83189F}" srcId="{48E39E26-4498-4D66-9ACE-D147A05BBA18}" destId="{CBB83EAD-CF02-4DB1-9C37-A8A0F2124D78}" srcOrd="1" destOrd="0" parTransId="{2351BF96-9D81-46F0-8819-2CD9C3FF03C4}" sibTransId="{16069F65-4515-4EA8-8EAC-2B651BA33EE1}"/>
    <dgm:cxn modelId="{E32DF04D-C798-4887-88A1-D27E388958B3}" type="presOf" srcId="{A95449E9-8760-4361-9459-04FCEEB1A875}" destId="{3542FB99-3407-4F2D-9C93-035C8035B143}" srcOrd="0" destOrd="1" presId="urn:microsoft.com/office/officeart/2005/8/layout/vList2"/>
    <dgm:cxn modelId="{DBACA85A-2F7D-4B61-ACB9-9CF453E890DE}" srcId="{177A6A29-B5CF-45FB-9989-8C6BC6E3368A}" destId="{90F47B81-59E8-4CFC-A644-3F6948FB51A4}" srcOrd="1" destOrd="0" parTransId="{EEF64EEF-3BA0-40CE-A9C3-4A361941A090}" sibTransId="{7F2E802B-B5FE-4AC2-BC1D-EFC38E494236}"/>
    <dgm:cxn modelId="{A390957F-2246-49FE-8BC6-603A00E00CE2}" type="presOf" srcId="{48E39E26-4498-4D66-9ACE-D147A05BBA18}" destId="{FA875D33-6294-4415-8BF0-93F9C639C018}" srcOrd="0" destOrd="0" presId="urn:microsoft.com/office/officeart/2005/8/layout/vList2"/>
    <dgm:cxn modelId="{C120C589-C53F-4265-A23F-41B7E9B311DC}" type="presOf" srcId="{177A6A29-B5CF-45FB-9989-8C6BC6E3368A}" destId="{855E81DD-AD3D-4E21-AA22-FAF1C29CEC76}" srcOrd="0" destOrd="0" presId="urn:microsoft.com/office/officeart/2005/8/layout/vList2"/>
    <dgm:cxn modelId="{1A611D8A-B8AF-471D-8992-3DC241B97FEB}" type="presOf" srcId="{7F3C21C0-0039-407A-8293-B92BBA6F369E}" destId="{F62E65CF-C064-4E46-8A2A-ECFB31624F7F}" srcOrd="0" destOrd="0" presId="urn:microsoft.com/office/officeart/2005/8/layout/vList2"/>
    <dgm:cxn modelId="{751CD897-A1C8-4362-984F-286AA4A13FC1}" type="presOf" srcId="{CBB83EAD-CF02-4DB1-9C37-A8A0F2124D78}" destId="{5E1554EA-31D7-4820-A418-76BE800A2643}" srcOrd="0" destOrd="0" presId="urn:microsoft.com/office/officeart/2005/8/layout/vList2"/>
    <dgm:cxn modelId="{A976C9AA-36FB-4AB0-94C7-93EE90CD7D2D}" srcId="{F43E5A27-D370-41BE-B89D-A696808A713A}" destId="{DC3D0DD9-E455-435C-89FB-A6541E2D47E9}" srcOrd="0" destOrd="0" parTransId="{966C5567-0020-44F7-97C2-1A6179375B6B}" sibTransId="{D659FEC6-6DA6-4008-8F8D-8F19E98A91CF}"/>
    <dgm:cxn modelId="{711C5AB1-BA62-4BB3-BD2D-40334E8E440D}" srcId="{B890F178-2207-4E77-941A-BA9290FC9135}" destId="{A95449E9-8760-4361-9459-04FCEEB1A875}" srcOrd="1" destOrd="0" parTransId="{B87F7129-0E54-4198-B056-928BF7D0CB40}" sibTransId="{E73B632B-BB4E-4E02-AE00-DB675980FDF7}"/>
    <dgm:cxn modelId="{B18C44B3-53EC-4A69-8008-DAA1C99E4F43}" srcId="{48E39E26-4498-4D66-9ACE-D147A05BBA18}" destId="{177A6A29-B5CF-45FB-9989-8C6BC6E3368A}" srcOrd="2" destOrd="0" parTransId="{163D27F8-1867-4A18-9370-7F5A5E62C16D}" sibTransId="{AF36CDCC-EA78-4FC4-BF42-6847A696C3B7}"/>
    <dgm:cxn modelId="{F1034AB5-C271-43FA-9632-8A9D803CA336}" type="presOf" srcId="{DC2E4A70-4962-4810-AEB2-610360114E91}" destId="{01582F5B-AAE7-4A33-A120-6884B84CE253}" srcOrd="0" destOrd="0" presId="urn:microsoft.com/office/officeart/2005/8/layout/vList2"/>
    <dgm:cxn modelId="{B8E91CC3-2075-4B10-A8A8-3ED51828AAC5}" srcId="{CBB83EAD-CF02-4DB1-9C37-A8A0F2124D78}" destId="{EE7CA6B5-C50F-401F-953E-C9C5E4AC03EA}" srcOrd="1" destOrd="0" parTransId="{44069ECB-1EF0-494E-9F95-832FE84505E9}" sibTransId="{27B9AEC0-C063-45FB-9DD3-61621AE572CE}"/>
    <dgm:cxn modelId="{9685FFD0-E9E4-4354-9855-E2729A4F4361}" type="presOf" srcId="{F43E5A27-D370-41BE-B89D-A696808A713A}" destId="{C41F2A17-A396-4CCD-9147-47F27C3D93DD}" srcOrd="0" destOrd="0" presId="urn:microsoft.com/office/officeart/2005/8/layout/vList2"/>
    <dgm:cxn modelId="{F05B04D2-90FB-44BD-88C1-FFE04BA6D884}" srcId="{48E39E26-4498-4D66-9ACE-D147A05BBA18}" destId="{B890F178-2207-4E77-941A-BA9290FC9135}" srcOrd="0" destOrd="0" parTransId="{12FB196E-507C-44AD-8284-AD02ABE0B653}" sibTransId="{2F05576B-D3E1-4CA2-BA6A-56121E80F8BA}"/>
    <dgm:cxn modelId="{84EBD8DF-41F1-4A24-B01C-95D63F8FE677}" type="presOf" srcId="{EE7CA6B5-C50F-401F-953E-C9C5E4AC03EA}" destId="{01582F5B-AAE7-4A33-A120-6884B84CE253}" srcOrd="0" destOrd="1" presId="urn:microsoft.com/office/officeart/2005/8/layout/vList2"/>
    <dgm:cxn modelId="{38A455EB-1815-48AC-A06C-CE59A4B91259}" srcId="{F43E5A27-D370-41BE-B89D-A696808A713A}" destId="{0F94AE7C-2216-4057-AADA-A6B4C7E0C751}" srcOrd="1" destOrd="0" parTransId="{EAA01054-64DC-49C8-BB5A-1CF26D7801AC}" sibTransId="{56E7BED8-8102-4B46-A5F4-51BA936E86A9}"/>
    <dgm:cxn modelId="{4135D8EC-5968-4101-940B-AF13588704DA}" srcId="{B890F178-2207-4E77-941A-BA9290FC9135}" destId="{C076E7CD-DE72-40A9-B02D-BB0144FFDDF4}" srcOrd="0" destOrd="0" parTransId="{AC932AC5-7C10-405E-BB32-B9E25BF0A2B5}" sibTransId="{D2A83FA3-FBF2-4C6D-B4F1-DD6903B25802}"/>
    <dgm:cxn modelId="{23596AF7-C408-45DC-9FEB-60E73E9BF08B}" srcId="{CBB83EAD-CF02-4DB1-9C37-A8A0F2124D78}" destId="{DC2E4A70-4962-4810-AEB2-610360114E91}" srcOrd="0" destOrd="0" parTransId="{D5515433-54A7-4AE0-89B0-DE14EBCD393D}" sibTransId="{CBE252F0-BDF2-4652-B4A5-E8E0A5BDCD9E}"/>
    <dgm:cxn modelId="{1C456BFC-A9CF-4BBC-92C7-F902BBAC7C86}" type="presParOf" srcId="{FA875D33-6294-4415-8BF0-93F9C639C018}" destId="{8A0D57C4-41B0-42B4-965F-0892EEC3EC24}" srcOrd="0" destOrd="0" presId="urn:microsoft.com/office/officeart/2005/8/layout/vList2"/>
    <dgm:cxn modelId="{5BA6EA53-1D42-40CF-8511-FE37E67CEBF2}" type="presParOf" srcId="{FA875D33-6294-4415-8BF0-93F9C639C018}" destId="{3542FB99-3407-4F2D-9C93-035C8035B143}" srcOrd="1" destOrd="0" presId="urn:microsoft.com/office/officeart/2005/8/layout/vList2"/>
    <dgm:cxn modelId="{546A010C-814B-4CFD-ACD9-3D7F259EAFED}" type="presParOf" srcId="{FA875D33-6294-4415-8BF0-93F9C639C018}" destId="{5E1554EA-31D7-4820-A418-76BE800A2643}" srcOrd="2" destOrd="0" presId="urn:microsoft.com/office/officeart/2005/8/layout/vList2"/>
    <dgm:cxn modelId="{182BD07B-45AA-4BE4-AD4A-6EC1E483042E}" type="presParOf" srcId="{FA875D33-6294-4415-8BF0-93F9C639C018}" destId="{01582F5B-AAE7-4A33-A120-6884B84CE253}" srcOrd="3" destOrd="0" presId="urn:microsoft.com/office/officeart/2005/8/layout/vList2"/>
    <dgm:cxn modelId="{9AF08543-F602-4BBF-9594-947064F1377F}" type="presParOf" srcId="{FA875D33-6294-4415-8BF0-93F9C639C018}" destId="{855E81DD-AD3D-4E21-AA22-FAF1C29CEC76}" srcOrd="4" destOrd="0" presId="urn:microsoft.com/office/officeart/2005/8/layout/vList2"/>
    <dgm:cxn modelId="{34B3E356-A5DD-495B-88B9-3A6CC5236767}" type="presParOf" srcId="{FA875D33-6294-4415-8BF0-93F9C639C018}" destId="{F62E65CF-C064-4E46-8A2A-ECFB31624F7F}" srcOrd="5" destOrd="0" presId="urn:microsoft.com/office/officeart/2005/8/layout/vList2"/>
    <dgm:cxn modelId="{7B4843CE-8CFD-4C78-9F63-8043DE6B4962}" type="presParOf" srcId="{FA875D33-6294-4415-8BF0-93F9C639C018}" destId="{C41F2A17-A396-4CCD-9147-47F27C3D93DD}" srcOrd="6" destOrd="0" presId="urn:microsoft.com/office/officeart/2005/8/layout/vList2"/>
    <dgm:cxn modelId="{E5277B95-D534-4CD8-8B36-6991770F1E7D}" type="presParOf" srcId="{FA875D33-6294-4415-8BF0-93F9C639C018}" destId="{C82AD880-E6C5-4823-A074-944A7E867823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0D57C4-41B0-42B4-965F-0892EEC3EC24}">
      <dsp:nvSpPr>
        <dsp:cNvPr id="0" name=""/>
        <dsp:cNvSpPr/>
      </dsp:nvSpPr>
      <dsp:spPr>
        <a:xfrm>
          <a:off x="0" y="35243"/>
          <a:ext cx="10515599" cy="51597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>
              <a:latin typeface="Aptos Display" panose="02110004020202020204"/>
            </a:rPr>
            <a:t>Внешний вид</a:t>
          </a:r>
          <a:endParaRPr lang="ru-RU" sz="2100" kern="1200" dirty="0"/>
        </a:p>
      </dsp:txBody>
      <dsp:txXfrm>
        <a:off x="25188" y="60431"/>
        <a:ext cx="10465223" cy="465594"/>
      </dsp:txXfrm>
    </dsp:sp>
    <dsp:sp modelId="{3542FB99-3407-4F2D-9C93-035C8035B143}">
      <dsp:nvSpPr>
        <dsp:cNvPr id="0" name=""/>
        <dsp:cNvSpPr/>
      </dsp:nvSpPr>
      <dsp:spPr>
        <a:xfrm>
          <a:off x="0" y="551213"/>
          <a:ext cx="10515599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6670" rIns="149352" bIns="26670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kern="1200" dirty="0">
              <a:latin typeface="Aptos Display" panose="02110004020202020204"/>
            </a:rPr>
            <a:t>Создаем струтуру сайта</a:t>
          </a:r>
          <a:endParaRPr lang="ru-RU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kern="1200" dirty="0">
              <a:latin typeface="Aptos Display" panose="02110004020202020204"/>
            </a:rPr>
            <a:t>Создаем первоначальный вид сайта</a:t>
          </a:r>
          <a:endParaRPr lang="ru-RU" sz="1600" kern="1200" dirty="0"/>
        </a:p>
      </dsp:txBody>
      <dsp:txXfrm>
        <a:off x="0" y="551213"/>
        <a:ext cx="10515599" cy="554242"/>
      </dsp:txXfrm>
    </dsp:sp>
    <dsp:sp modelId="{5E1554EA-31D7-4820-A418-76BE800A2643}">
      <dsp:nvSpPr>
        <dsp:cNvPr id="0" name=""/>
        <dsp:cNvSpPr/>
      </dsp:nvSpPr>
      <dsp:spPr>
        <a:xfrm>
          <a:off x="0" y="1105456"/>
          <a:ext cx="10515599" cy="51597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>
              <a:latin typeface="Aptos Display" panose="02110004020202020204"/>
            </a:rPr>
            <a:t>Flask</a:t>
          </a:r>
          <a:endParaRPr lang="ru-RU" sz="2100" kern="1200" dirty="0"/>
        </a:p>
      </dsp:txBody>
      <dsp:txXfrm>
        <a:off x="25188" y="1130644"/>
        <a:ext cx="10465223" cy="465594"/>
      </dsp:txXfrm>
    </dsp:sp>
    <dsp:sp modelId="{01582F5B-AAE7-4A33-A120-6884B84CE253}">
      <dsp:nvSpPr>
        <dsp:cNvPr id="0" name=""/>
        <dsp:cNvSpPr/>
      </dsp:nvSpPr>
      <dsp:spPr>
        <a:xfrm>
          <a:off x="0" y="1621426"/>
          <a:ext cx="10515599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6670" rIns="149352" bIns="26670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kern="1200" dirty="0">
              <a:latin typeface="Aptos Display" panose="02110004020202020204"/>
            </a:rPr>
            <a:t>Добавляем регистрацию</a:t>
          </a:r>
          <a:endParaRPr lang="ru-RU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kern="1200" dirty="0">
              <a:latin typeface="Aptos Display" panose="02110004020202020204"/>
            </a:rPr>
            <a:t>Добавляем вход в аккаунт</a:t>
          </a:r>
          <a:endParaRPr lang="ru-RU" sz="1600" kern="1200" dirty="0"/>
        </a:p>
      </dsp:txBody>
      <dsp:txXfrm>
        <a:off x="0" y="1621426"/>
        <a:ext cx="10515599" cy="554242"/>
      </dsp:txXfrm>
    </dsp:sp>
    <dsp:sp modelId="{855E81DD-AD3D-4E21-AA22-FAF1C29CEC76}">
      <dsp:nvSpPr>
        <dsp:cNvPr id="0" name=""/>
        <dsp:cNvSpPr/>
      </dsp:nvSpPr>
      <dsp:spPr>
        <a:xfrm>
          <a:off x="0" y="2175669"/>
          <a:ext cx="10515599" cy="51597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>
              <a:latin typeface="Aptos Display" panose="02110004020202020204"/>
            </a:rPr>
            <a:t>API</a:t>
          </a:r>
          <a:endParaRPr lang="ru-RU" sz="2100" kern="1200" dirty="0"/>
        </a:p>
      </dsp:txBody>
      <dsp:txXfrm>
        <a:off x="25188" y="2200857"/>
        <a:ext cx="10465223" cy="465594"/>
      </dsp:txXfrm>
    </dsp:sp>
    <dsp:sp modelId="{F62E65CF-C064-4E46-8A2A-ECFB31624F7F}">
      <dsp:nvSpPr>
        <dsp:cNvPr id="0" name=""/>
        <dsp:cNvSpPr/>
      </dsp:nvSpPr>
      <dsp:spPr>
        <a:xfrm>
          <a:off x="0" y="2691639"/>
          <a:ext cx="10515599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6670" rIns="149352" bIns="26670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kern="1200" dirty="0">
              <a:latin typeface="Aptos Display" panose="02110004020202020204"/>
            </a:rPr>
            <a:t>Добавляем привязку к Discord</a:t>
          </a:r>
          <a:endParaRPr lang="ru-RU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kern="1200" dirty="0">
              <a:latin typeface="Calibri"/>
              <a:ea typeface="Calibri"/>
              <a:cs typeface="Calibri"/>
            </a:rPr>
            <a:t>Добавляем привязку к Twitch</a:t>
          </a:r>
        </a:p>
      </dsp:txBody>
      <dsp:txXfrm>
        <a:off x="0" y="2691639"/>
        <a:ext cx="10515599" cy="554242"/>
      </dsp:txXfrm>
    </dsp:sp>
    <dsp:sp modelId="{C41F2A17-A396-4CCD-9147-47F27C3D93DD}">
      <dsp:nvSpPr>
        <dsp:cNvPr id="0" name=""/>
        <dsp:cNvSpPr/>
      </dsp:nvSpPr>
      <dsp:spPr>
        <a:xfrm>
          <a:off x="0" y="3245881"/>
          <a:ext cx="10515599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>
              <a:latin typeface="Aptos Display" panose="02110004020202020204"/>
            </a:rPr>
            <a:t>Тестирование</a:t>
          </a:r>
        </a:p>
      </dsp:txBody>
      <dsp:txXfrm>
        <a:off x="25188" y="3271069"/>
        <a:ext cx="10465223" cy="465594"/>
      </dsp:txXfrm>
    </dsp:sp>
    <dsp:sp modelId="{C82AD880-E6C5-4823-A074-944A7E867823}">
      <dsp:nvSpPr>
        <dsp:cNvPr id="0" name=""/>
        <dsp:cNvSpPr/>
      </dsp:nvSpPr>
      <dsp:spPr>
        <a:xfrm>
          <a:off x="0" y="3761851"/>
          <a:ext cx="10515599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6670" rIns="149352" bIns="26670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kern="1200" dirty="0">
              <a:latin typeface="Aptos Display" panose="02110004020202020204"/>
            </a:rPr>
            <a:t>Проверяем работу серверов сайта</a:t>
          </a:r>
          <a:endParaRPr lang="ru-RU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kern="1200" dirty="0">
              <a:latin typeface="Aptos Display" panose="02110004020202020204"/>
            </a:rPr>
            <a:t>Проверяем работу API</a:t>
          </a:r>
          <a:endParaRPr lang="ru-RU" sz="1600" kern="1200" dirty="0"/>
        </a:p>
      </dsp:txBody>
      <dsp:txXfrm>
        <a:off x="0" y="3761851"/>
        <a:ext cx="10515599" cy="5542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4BF8D7-7D65-6B5A-20FC-45B7B3C6B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95B847-1229-E977-7F1D-C6A15110FF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94E1AF-2D9F-7B9D-0134-491B8154B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D3D0A5-8143-1E42-6B2F-F0DC97820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75C5CE-2822-E463-79A0-AC4B20A75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0047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50BFDF-501E-CBB3-AB5D-3E2F9B0D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6056F7-0F92-9339-1CD0-3591137DC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11CCCE-F67E-FA4E-B2DA-3231BA838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A4BA3A-B44B-AFC3-CB76-08B52B0C9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3CC0A3-F7D3-02B6-DF4C-378803A21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4786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D20008-A163-2388-3C54-D34648A92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E19832-4556-7582-FE17-4E27205F7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C74078-52CE-3BE3-BAF3-63C11B10B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E76490-B8D4-C96A-C6CE-800FBE430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4B8182-89D3-0D7E-905E-489FDF886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1545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6E6899-8AA3-0356-0BD0-7F0754282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9571AC-ADC0-010B-C47D-718DDDDF5B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28EE0BD-21F4-A35C-0AD4-370E79D42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B0D078-F929-1847-9453-71E33CE97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9F01EF-AD8E-8AEC-51AD-CCB58D1DD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3596FC5-2E9C-B222-C10B-6E53E2B49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518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85ECA9-6E15-8FFC-233E-C4A5FDFE8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5E52EC-929D-81DA-8B50-9670CCA62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6980AD-E49E-C11E-2054-84453FB42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2F16B41-3715-EC07-AE4B-649EA5B8E9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0427E1-FEF8-1944-9713-413268F3C1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A68142C-863C-F0B7-E575-FFD47CD83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7054372-EADB-A3C3-B4D9-AE7FD497D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7983A0C-BB09-03AB-C5EA-71C6C305D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5870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0CBDF9-3359-7417-D91C-C341FFF81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4E5D99C-BA71-D36A-A565-A6028C1FF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B0AC4A7-5FFD-EB1C-44E2-0D9D295E4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B282060-9486-180A-80EE-D9B161481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205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B4949EC-EDC5-9F28-3CBF-1AC80EC19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AC10165-C3D3-B601-D5AB-15CC78352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9CC292-BF7E-A6D3-B815-3AA3B2632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095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34D6D-4FF2-4A6B-C7A2-B734114A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A4EABC-590F-20FA-9B1D-48BB9AB66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49B8E0C-8BC1-A1F2-F90A-7853D9453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ABAAE1D-73EA-DEDB-AD85-02C5F9929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5AD6D13-9E52-3E61-3CE3-03EBEF70C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2D8711-8620-841E-C247-A2DABDB97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735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2521B4-858E-9ACC-4299-82119AB59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D9278CA-A354-B9F1-C91E-85349BFA41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B9C392-BC41-0975-B95B-9E50F978D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FD42EC-C5F0-1D0A-4531-CC10EAEBF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201EF60-EDCC-C006-E01B-0F52BBFA7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9360EC-94AB-F2F6-3E48-EA6A156D1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968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8CE643-EEEB-D434-148A-A20B4DDEB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166068D-3720-DD30-80B7-8EB353200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53C069-F924-5B88-5EB4-818CE4015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DAD187-F775-0F3E-1A48-C78FC5411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62A3E0-C51A-FF99-9C47-03E262981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858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73CF62E-653D-50BE-5623-9D0EAD484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110264C-FD97-1F4A-D548-082E8CFC3A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FC9E7C-BBBB-E71E-45F0-25476FDA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060A-4EA2-42E6-B79A-9F1E311C12CC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495F81-5C28-7F3F-E7C6-7EDE2DBA1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89D488-ACEC-2D36-AC9A-E5F3F4FBA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7747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AC7166-B1E9-9A96-B130-AE79D7026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F8C7A9-A374-4AE5-9384-5E029AB29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10355E-F468-A5D3-7260-36285C81C3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89060A-4EA2-42E6-B79A-9F1E311C12CC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242A6E-F361-DC2A-2C25-7B34A40F1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D23F2D-8464-D8B9-90BA-1889E00E1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400B3-52B1-41A8-A531-898DAB6C37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5768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239C9A-3A08-F635-5EE5-209A8F7D9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81077"/>
            <a:ext cx="9144000" cy="937585"/>
          </a:xfrm>
        </p:spPr>
        <p:txBody>
          <a:bodyPr>
            <a:normAutofit/>
          </a:bodyPr>
          <a:lstStyle/>
          <a:p>
            <a:r>
              <a:rPr lang="ru-RU"/>
              <a:t>Fire Work Web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979A4A0-22F7-0A64-BD94-AF9C09C2B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084" y="3602038"/>
            <a:ext cx="5385916" cy="32559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ru-RU" sz="2000" dirty="0"/>
              <a:t>Проект выполнил(а):</a:t>
            </a:r>
            <a:endParaRPr lang="en-US" sz="2000" dirty="0"/>
          </a:p>
          <a:p>
            <a:pPr algn="l"/>
            <a:r>
              <a:rPr lang="ru-RU" sz="2000" b="1"/>
              <a:t>Горовой Федор Сергеевич</a:t>
            </a:r>
            <a:endParaRPr lang="ru-RU"/>
          </a:p>
          <a:p>
            <a:pPr algn="l"/>
            <a:endParaRPr lang="ru-RU" sz="2000" b="1" dirty="0"/>
          </a:p>
          <a:p>
            <a:pPr algn="l"/>
            <a:endParaRPr lang="ru-RU" sz="2000" dirty="0"/>
          </a:p>
          <a:p>
            <a:pPr algn="l"/>
            <a:r>
              <a:rPr lang="ru-RU" sz="2000" dirty="0"/>
              <a:t>Яндекс Лицей</a:t>
            </a:r>
          </a:p>
          <a:p>
            <a:pPr algn="l"/>
            <a:r>
              <a:rPr lang="ru-RU" sz="2000"/>
              <a:t>Группа №3 Год 2</a:t>
            </a:r>
          </a:p>
          <a:p>
            <a:pPr algn="l"/>
            <a:endParaRPr lang="ru-RU" sz="2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71562E5-83F9-DC2F-036F-A75EB36288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86661" y="0"/>
            <a:ext cx="1605339" cy="1134677"/>
          </a:xfrm>
          <a:prstGeom prst="rect">
            <a:avLst/>
          </a:prstGeom>
        </p:spPr>
      </p:pic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DECD6D2A-97E6-3744-CA49-FE20F0E38411}"/>
              </a:ext>
            </a:extLst>
          </p:cNvPr>
          <p:cNvSpPr txBox="1">
            <a:spLocks/>
          </p:cNvSpPr>
          <p:nvPr/>
        </p:nvSpPr>
        <p:spPr>
          <a:xfrm>
            <a:off x="1562518" y="173038"/>
            <a:ext cx="9066963" cy="113467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Федеральное государственное бюджетное образовательное учреждение</a:t>
            </a:r>
          </a:p>
          <a:p>
            <a:r>
              <a:rPr lang="ru-RU" sz="2000" dirty="0"/>
              <a:t>высшего образования «МИРЭА – Российский технологический университет»</a:t>
            </a:r>
          </a:p>
          <a:p>
            <a:r>
              <a:rPr lang="ru-RU" sz="2000" dirty="0"/>
              <a:t>Детский технопарк «Альтаир»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6D510570-CFE7-2380-2E62-C3F5FFB94E5B}"/>
              </a:ext>
            </a:extLst>
          </p:cNvPr>
          <p:cNvSpPr txBox="1">
            <a:spLocks/>
          </p:cNvSpPr>
          <p:nvPr/>
        </p:nvSpPr>
        <p:spPr>
          <a:xfrm>
            <a:off x="6096000" y="3429000"/>
            <a:ext cx="5385916" cy="32559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/>
              <a:t>Руководитель проекта</a:t>
            </a:r>
            <a:r>
              <a:rPr lang="en-US" sz="2000" dirty="0"/>
              <a:t>:</a:t>
            </a:r>
          </a:p>
          <a:p>
            <a:pPr algn="l"/>
            <a:r>
              <a:rPr lang="ru-RU" sz="2000" dirty="0"/>
              <a:t>Преподаватель ДТ «Альтаир»</a:t>
            </a:r>
          </a:p>
          <a:p>
            <a:pPr algn="l"/>
            <a:r>
              <a:rPr lang="ru-RU" sz="2000" b="1" dirty="0"/>
              <a:t>Борисов Артём Игоревич</a:t>
            </a:r>
          </a:p>
          <a:p>
            <a:pPr algn="l"/>
            <a:endParaRPr lang="ru-RU" sz="2000" dirty="0"/>
          </a:p>
          <a:p>
            <a:pPr algn="l"/>
            <a:endParaRPr lang="ru-RU" sz="20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E4634E3-2BD2-8B0D-E667-DB3C37049497}"/>
              </a:ext>
            </a:extLst>
          </p:cNvPr>
          <p:cNvSpPr/>
          <p:nvPr/>
        </p:nvSpPr>
        <p:spPr>
          <a:xfrm>
            <a:off x="6096000" y="3429001"/>
            <a:ext cx="6096000" cy="342900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FD23FA3-B0CC-BD35-E8FF-CCB6D83622F5}"/>
              </a:ext>
            </a:extLst>
          </p:cNvPr>
          <p:cNvSpPr/>
          <p:nvPr/>
        </p:nvSpPr>
        <p:spPr>
          <a:xfrm>
            <a:off x="0" y="3429001"/>
            <a:ext cx="6096000" cy="342900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 descr="Изображение выглядит как эмблема, герб, символ, коро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F2F5513-10EB-3349-07AB-23B3F4E16E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01" y="127273"/>
            <a:ext cx="1026389" cy="113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335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04DED-D14F-253E-A336-716915EA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/ Проблематика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810240-7F2C-895C-477C-F7EF18863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452120" algn="just">
              <a:lnSpc>
                <a:spcPct val="150000"/>
              </a:lnSpc>
              <a:buNone/>
            </a:pPr>
            <a:r>
              <a:rPr lang="ru-RU" sz="2000" dirty="0"/>
              <a:t>На сегодняшний день огромное количество интернет ресурсов связанных с играми содержат вредоностное программное обеспечение. Во избежания этой проблемы для </a:t>
            </a:r>
            <a:r>
              <a:rPr lang="ru-RU" sz="2000"/>
              <a:t>студии, и с целью создания рекламной акции был создан проект Fire Work Web.</a:t>
            </a:r>
            <a:endParaRPr lang="ru-RU" sz="2000" dirty="0"/>
          </a:p>
        </p:txBody>
      </p:sp>
      <p:sp>
        <p:nvSpPr>
          <p:cNvPr id="4" name="Google Shape;91;p32">
            <a:extLst>
              <a:ext uri="{FF2B5EF4-FFF2-40B4-BE49-F238E27FC236}">
                <a16:creationId xmlns:a16="http://schemas.microsoft.com/office/drawing/2014/main" id="{75188BF8-F1E2-885B-4D51-3AE651D59456}"/>
              </a:ext>
            </a:extLst>
          </p:cNvPr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2;p32">
            <a:extLst>
              <a:ext uri="{FF2B5EF4-FFF2-40B4-BE49-F238E27FC236}">
                <a16:creationId xmlns:a16="http://schemas.microsoft.com/office/drawing/2014/main" id="{07EAC0BF-AE43-35B6-46DA-A97923295634}"/>
              </a:ext>
            </a:extLst>
          </p:cNvPr>
          <p:cNvSpPr txBox="1">
            <a:spLocks/>
          </p:cNvSpPr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fld id="{00000000-1234-1234-1234-123412341234}" type="slidenum">
              <a:rPr lang="ru-RU" sz="1800" b="1" smtClean="0">
                <a:solidFill>
                  <a:schemeClr val="lt2"/>
                </a:solidFill>
              </a:rPr>
              <a:pPr algn="ctr">
                <a:buSzPts val="3600"/>
              </a:pPr>
              <a:t>2</a:t>
            </a:fld>
            <a:r>
              <a:rPr lang="ru-RU" sz="1800" b="1" dirty="0">
                <a:solidFill>
                  <a:schemeClr val="lt2"/>
                </a:solidFill>
              </a:rPr>
              <a:t> / 10</a:t>
            </a:r>
          </a:p>
        </p:txBody>
      </p:sp>
    </p:spTree>
    <p:extLst>
      <p:ext uri="{BB962C8B-B14F-4D97-AF65-F5344CB8AC3E}">
        <p14:creationId xmlns:p14="http://schemas.microsoft.com/office/powerpoint/2010/main" val="1449500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04DED-D14F-253E-A336-716915EA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810240-7F2C-895C-477C-F7EF18863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67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000" b="1" dirty="0"/>
              <a:t>Цель проекта</a:t>
            </a:r>
            <a:r>
              <a:rPr lang="en-US" sz="2000" b="1" dirty="0"/>
              <a:t>:</a:t>
            </a:r>
          </a:p>
          <a:p>
            <a:pPr marL="0" indent="452120" algn="just">
              <a:lnSpc>
                <a:spcPct val="150000"/>
              </a:lnSpc>
              <a:buNone/>
            </a:pPr>
            <a:r>
              <a:rPr lang="ru-RU" sz="2000" i="1"/>
              <a:t>Разработать безопасный ресурс для установки игр</a:t>
            </a:r>
            <a:endParaRPr lang="ru-RU" sz="2000" i="1" dirty="0"/>
          </a:p>
          <a:p>
            <a:pPr marL="0" indent="0">
              <a:lnSpc>
                <a:spcPct val="150000"/>
              </a:lnSpc>
              <a:buNone/>
            </a:pPr>
            <a:r>
              <a:rPr lang="ru-RU" sz="2000" b="1" dirty="0"/>
              <a:t>Задачи проекта</a:t>
            </a:r>
            <a:r>
              <a:rPr lang="en-US" sz="2000" b="1" dirty="0"/>
              <a:t>:</a:t>
            </a:r>
          </a:p>
          <a:p>
            <a:pPr marL="452120" indent="260350">
              <a:lnSpc>
                <a:spcPct val="150000"/>
              </a:lnSpc>
              <a:buFont typeface="Aptos" panose="020B0004020202020204" pitchFamily="34" charset="0"/>
              <a:buChar char="−"/>
              <a:tabLst>
                <a:tab pos="803275" algn="l"/>
              </a:tabLst>
            </a:pPr>
            <a:r>
              <a:rPr lang="ru-RU" sz="2000"/>
              <a:t>Сделать связку с стриминговой платформой Twitch</a:t>
            </a:r>
          </a:p>
          <a:p>
            <a:pPr marL="452120" indent="260350">
              <a:lnSpc>
                <a:spcPct val="150000"/>
              </a:lnSpc>
              <a:buFont typeface="Aptos" panose="020B0004020202020204" pitchFamily="34" charset="0"/>
              <a:buChar char="−"/>
              <a:tabLst>
                <a:tab pos="803275" algn="l"/>
              </a:tabLst>
            </a:pPr>
            <a:r>
              <a:rPr lang="ru-RU" sz="2000"/>
              <a:t>Распостранить игры студии на собственном ресурсе</a:t>
            </a:r>
            <a:endParaRPr lang="ru-RU" sz="2000" dirty="0"/>
          </a:p>
          <a:p>
            <a:pPr marL="452120" indent="260350">
              <a:lnSpc>
                <a:spcPct val="150000"/>
              </a:lnSpc>
              <a:buFont typeface="Aptos" panose="020B0004020202020204" pitchFamily="34" charset="0"/>
              <a:buChar char="−"/>
              <a:tabLst>
                <a:tab pos="803275" algn="l"/>
              </a:tabLst>
            </a:pPr>
            <a:r>
              <a:rPr lang="ru-RU" sz="2000"/>
              <a:t>Автоматизировать поиск клиентов</a:t>
            </a:r>
            <a:endParaRPr lang="ru-RU" sz="2000" dirty="0"/>
          </a:p>
        </p:txBody>
      </p:sp>
      <p:sp>
        <p:nvSpPr>
          <p:cNvPr id="4" name="Google Shape;91;p32">
            <a:extLst>
              <a:ext uri="{FF2B5EF4-FFF2-40B4-BE49-F238E27FC236}">
                <a16:creationId xmlns:a16="http://schemas.microsoft.com/office/drawing/2014/main" id="{75188BF8-F1E2-885B-4D51-3AE651D59456}"/>
              </a:ext>
            </a:extLst>
          </p:cNvPr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2;p32">
            <a:extLst>
              <a:ext uri="{FF2B5EF4-FFF2-40B4-BE49-F238E27FC236}">
                <a16:creationId xmlns:a16="http://schemas.microsoft.com/office/drawing/2014/main" id="{07EAC0BF-AE43-35B6-46DA-A97923295634}"/>
              </a:ext>
            </a:extLst>
          </p:cNvPr>
          <p:cNvSpPr txBox="1">
            <a:spLocks/>
          </p:cNvSpPr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fld id="{00000000-1234-1234-1234-123412341234}" type="slidenum">
              <a:rPr lang="ru-RU" sz="1800" b="1" smtClean="0">
                <a:solidFill>
                  <a:schemeClr val="lt2"/>
                </a:solidFill>
              </a:rPr>
              <a:pPr algn="ctr">
                <a:buSzPts val="3600"/>
              </a:pPr>
              <a:t>3</a:t>
            </a:fld>
            <a:r>
              <a:rPr lang="ru-RU" sz="1800" b="1" dirty="0">
                <a:solidFill>
                  <a:schemeClr val="lt2"/>
                </a:solidFill>
              </a:rPr>
              <a:t> / 10</a:t>
            </a:r>
          </a:p>
        </p:txBody>
      </p:sp>
    </p:spTree>
    <p:extLst>
      <p:ext uri="{BB962C8B-B14F-4D97-AF65-F5344CB8AC3E}">
        <p14:creationId xmlns:p14="http://schemas.microsoft.com/office/powerpoint/2010/main" val="665354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04DED-D14F-253E-A336-716915EA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Используемое ПО и ресурсы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810240-7F2C-895C-477C-F7EF18863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673"/>
            <a:ext cx="504008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000" b="1" dirty="0"/>
              <a:t>Используемое ПО</a:t>
            </a:r>
            <a:r>
              <a:rPr lang="en-US" sz="2000" b="1" dirty="0"/>
              <a:t>:</a:t>
            </a:r>
            <a:endParaRPr lang="ru-RU" sz="2000" b="1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/>
              <a:t>Github desktop – ПО для создания </a:t>
            </a:r>
            <a:r>
              <a:rPr lang="ru-RU" sz="2000" i="1" dirty="0"/>
              <a:t>репозиториев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/>
              <a:t>Viusal Studio Code - ПО для написания программного кода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Diskord - ПО для передачи информации пользователе в канал, </a:t>
            </a:r>
            <a:r>
              <a:rPr lang="ru-RU" sz="2000" i="1"/>
              <a:t>представляющий подобие Базы Данных</a:t>
            </a:r>
          </a:p>
        </p:txBody>
      </p:sp>
      <p:sp>
        <p:nvSpPr>
          <p:cNvPr id="4" name="Google Shape;91;p32">
            <a:extLst>
              <a:ext uri="{FF2B5EF4-FFF2-40B4-BE49-F238E27FC236}">
                <a16:creationId xmlns:a16="http://schemas.microsoft.com/office/drawing/2014/main" id="{75188BF8-F1E2-885B-4D51-3AE651D59456}"/>
              </a:ext>
            </a:extLst>
          </p:cNvPr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2;p32">
            <a:extLst>
              <a:ext uri="{FF2B5EF4-FFF2-40B4-BE49-F238E27FC236}">
                <a16:creationId xmlns:a16="http://schemas.microsoft.com/office/drawing/2014/main" id="{07EAC0BF-AE43-35B6-46DA-A97923295634}"/>
              </a:ext>
            </a:extLst>
          </p:cNvPr>
          <p:cNvSpPr txBox="1">
            <a:spLocks/>
          </p:cNvSpPr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fld id="{00000000-1234-1234-1234-123412341234}" type="slidenum">
              <a:rPr lang="ru-RU" sz="1800" b="1" smtClean="0">
                <a:solidFill>
                  <a:schemeClr val="lt2"/>
                </a:solidFill>
              </a:rPr>
              <a:pPr algn="ctr">
                <a:buSzPts val="3600"/>
              </a:pPr>
              <a:t>4</a:t>
            </a:fld>
            <a:r>
              <a:rPr lang="ru-RU" sz="1800" b="1" dirty="0">
                <a:solidFill>
                  <a:schemeClr val="lt2"/>
                </a:solidFill>
              </a:rPr>
              <a:t> / 10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4068C59-8FC4-AE27-D6F7-7A89DC193BF2}"/>
              </a:ext>
            </a:extLst>
          </p:cNvPr>
          <p:cNvSpPr txBox="1">
            <a:spLocks/>
          </p:cNvSpPr>
          <p:nvPr/>
        </p:nvSpPr>
        <p:spPr>
          <a:xfrm>
            <a:off x="6313714" y="1835673"/>
            <a:ext cx="5040086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000" b="1" dirty="0"/>
              <a:t>Используемые </a:t>
            </a:r>
            <a:r>
              <a:rPr lang="ru-RU" sz="2000" b="1"/>
              <a:t>ресур</a:t>
            </a:r>
            <a:r>
              <a:rPr lang="en-US" sz="2000" b="1" dirty="0"/>
              <a:t>:</a:t>
            </a:r>
            <a:endParaRPr lang="ru-RU" sz="2000" b="1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Все ресурсы были созданы </a:t>
            </a:r>
            <a:r>
              <a:rPr lang="ru-RU" sz="2000" i="1"/>
              <a:t>непосредственно Fire Work Studio</a:t>
            </a:r>
            <a:endParaRPr lang="ru-RU" sz="2000" i="1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07C70468-4B53-C692-D702-6DA921629237}"/>
              </a:ext>
            </a:extLst>
          </p:cNvPr>
          <p:cNvCxnSpPr>
            <a:stCxn id="2" idx="2"/>
          </p:cNvCxnSpPr>
          <p:nvPr/>
        </p:nvCxnSpPr>
        <p:spPr>
          <a:xfrm>
            <a:off x="6096000" y="1690688"/>
            <a:ext cx="0" cy="51673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BE82D7B-BD3F-D7F4-50B3-A63A900E2F1A}"/>
              </a:ext>
            </a:extLst>
          </p:cNvPr>
          <p:cNvCxnSpPr>
            <a:cxnSpLocks/>
          </p:cNvCxnSpPr>
          <p:nvPr/>
        </p:nvCxnSpPr>
        <p:spPr>
          <a:xfrm>
            <a:off x="0" y="1690688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163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04DED-D14F-253E-A336-716915EA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Методика</a:t>
            </a:r>
            <a:br>
              <a:rPr lang="ru-RU" dirty="0"/>
            </a:br>
            <a:r>
              <a:rPr lang="ru-RU" dirty="0"/>
              <a:t>выполнения работы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B42BDED4-9BBC-20D2-660C-CE01F4A547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2389032"/>
              </p:ext>
            </p:extLst>
          </p:nvPr>
        </p:nvGraphicFramePr>
        <p:xfrm>
          <a:off x="838199" y="1835673"/>
          <a:ext cx="10515599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Google Shape;91;p32">
            <a:extLst>
              <a:ext uri="{FF2B5EF4-FFF2-40B4-BE49-F238E27FC236}">
                <a16:creationId xmlns:a16="http://schemas.microsoft.com/office/drawing/2014/main" id="{75188BF8-F1E2-885B-4D51-3AE651D59456}"/>
              </a:ext>
            </a:extLst>
          </p:cNvPr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2;p32">
            <a:extLst>
              <a:ext uri="{FF2B5EF4-FFF2-40B4-BE49-F238E27FC236}">
                <a16:creationId xmlns:a16="http://schemas.microsoft.com/office/drawing/2014/main" id="{07EAC0BF-AE43-35B6-46DA-A97923295634}"/>
              </a:ext>
            </a:extLst>
          </p:cNvPr>
          <p:cNvSpPr txBox="1">
            <a:spLocks/>
          </p:cNvSpPr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fld id="{00000000-1234-1234-1234-123412341234}" type="slidenum">
              <a:rPr lang="ru-RU" sz="1800" b="1" smtClean="0">
                <a:solidFill>
                  <a:schemeClr val="lt2"/>
                </a:solidFill>
              </a:rPr>
              <a:pPr algn="ctr">
                <a:buSzPts val="3600"/>
              </a:pPr>
              <a:t>5</a:t>
            </a:fld>
            <a:r>
              <a:rPr lang="ru-RU" sz="1800" b="1" dirty="0">
                <a:solidFill>
                  <a:schemeClr val="lt2"/>
                </a:solidFill>
              </a:rPr>
              <a:t> / 10</a:t>
            </a:r>
          </a:p>
        </p:txBody>
      </p:sp>
    </p:spTree>
    <p:extLst>
      <p:ext uri="{BB962C8B-B14F-4D97-AF65-F5344CB8AC3E}">
        <p14:creationId xmlns:p14="http://schemas.microsoft.com/office/powerpoint/2010/main" val="1983467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04DED-D14F-253E-A336-716915EA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810240-7F2C-895C-477C-F7EF18863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67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Fire Work Web стал успешным (с точки зрения разработки) проектом, который </a:t>
            </a:r>
            <a:r>
              <a:rPr lang="ru-RU" sz="2000" i="1"/>
              <a:t>помогает комьюнити скачивать игры, а также находить Соц. Сети студии с разработкой.</a:t>
            </a:r>
            <a:endParaRPr lang="ru-RU" sz="2000" i="1" dirty="0"/>
          </a:p>
        </p:txBody>
      </p:sp>
      <p:sp>
        <p:nvSpPr>
          <p:cNvPr id="7" name="Google Shape;91;p32">
            <a:extLst>
              <a:ext uri="{FF2B5EF4-FFF2-40B4-BE49-F238E27FC236}">
                <a16:creationId xmlns:a16="http://schemas.microsoft.com/office/drawing/2014/main" id="{D9A9185A-CA8B-796F-7265-26922E58FA53}"/>
              </a:ext>
            </a:extLst>
          </p:cNvPr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92;p32">
            <a:extLst>
              <a:ext uri="{FF2B5EF4-FFF2-40B4-BE49-F238E27FC236}">
                <a16:creationId xmlns:a16="http://schemas.microsoft.com/office/drawing/2014/main" id="{33E0BDFA-652A-405A-ACED-7FB9D2BD8F9B}"/>
              </a:ext>
            </a:extLst>
          </p:cNvPr>
          <p:cNvSpPr txBox="1">
            <a:spLocks/>
          </p:cNvSpPr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fld id="{00000000-1234-1234-1234-123412341234}" type="slidenum">
              <a:rPr lang="ru-RU" sz="1800" b="1" smtClean="0">
                <a:solidFill>
                  <a:schemeClr val="lt2"/>
                </a:solidFill>
              </a:rPr>
              <a:pPr algn="ctr">
                <a:buSzPts val="3600"/>
              </a:pPr>
              <a:t>6</a:t>
            </a:fld>
            <a:r>
              <a:rPr lang="ru-RU" sz="1800" b="1" dirty="0">
                <a:solidFill>
                  <a:schemeClr val="lt2"/>
                </a:solidFill>
              </a:rPr>
              <a:t> / 10</a:t>
            </a:r>
          </a:p>
        </p:txBody>
      </p:sp>
      <p:pic>
        <p:nvPicPr>
          <p:cNvPr id="4" name="Рисунок 3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6C4E01F-C0A1-61D1-7324-395C33C13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937" y="3297621"/>
            <a:ext cx="5968023" cy="3534104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Мультимедийн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3233973-9D5F-ACFF-3A2D-7C555FB46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8" y="5077810"/>
            <a:ext cx="5031829" cy="177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888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04DED-D14F-253E-A336-716915EA4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7254"/>
            <a:ext cx="10515600" cy="1325563"/>
          </a:xfrm>
        </p:spPr>
        <p:txBody>
          <a:bodyPr/>
          <a:lstStyle/>
          <a:p>
            <a:pPr algn="ctr">
              <a:spcBef>
                <a:spcPts val="0"/>
              </a:spcBef>
            </a:pPr>
            <a:r>
              <a:rPr lang="ru-RU" dirty="0"/>
              <a:t>Демонстрационное видео</a:t>
            </a:r>
            <a:endParaRPr lang="ru-RU"/>
          </a:p>
        </p:txBody>
      </p:sp>
      <p:sp>
        <p:nvSpPr>
          <p:cNvPr id="7" name="Google Shape;91;p32">
            <a:extLst>
              <a:ext uri="{FF2B5EF4-FFF2-40B4-BE49-F238E27FC236}">
                <a16:creationId xmlns:a16="http://schemas.microsoft.com/office/drawing/2014/main" id="{D9A9185A-CA8B-796F-7265-26922E58FA53}"/>
              </a:ext>
            </a:extLst>
          </p:cNvPr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92;p32">
            <a:extLst>
              <a:ext uri="{FF2B5EF4-FFF2-40B4-BE49-F238E27FC236}">
                <a16:creationId xmlns:a16="http://schemas.microsoft.com/office/drawing/2014/main" id="{33E0BDFA-652A-405A-ACED-7FB9D2BD8F9B}"/>
              </a:ext>
            </a:extLst>
          </p:cNvPr>
          <p:cNvSpPr txBox="1">
            <a:spLocks/>
          </p:cNvSpPr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fld id="{00000000-1234-1234-1234-123412341234}" type="slidenum">
              <a:rPr lang="ru-RU" sz="1800" b="1" smtClean="0">
                <a:solidFill>
                  <a:schemeClr val="lt2"/>
                </a:solidFill>
              </a:rPr>
              <a:pPr algn="ctr">
                <a:buSzPts val="3600"/>
              </a:pPr>
              <a:t>7</a:t>
            </a:fld>
            <a:r>
              <a:rPr lang="ru-RU" sz="1800" b="1" dirty="0">
                <a:solidFill>
                  <a:schemeClr val="lt2"/>
                </a:solidFill>
              </a:rPr>
              <a:t> / 10</a:t>
            </a:r>
          </a:p>
        </p:txBody>
      </p:sp>
      <p:pic>
        <p:nvPicPr>
          <p:cNvPr id="6" name="Com Truise — Brokendate (www.lightaudio.ru) (online-video-cutter.com)">
            <a:hlinkClick r:id="" action="ppaction://media"/>
            <a:extLst>
              <a:ext uri="{FF2B5EF4-FFF2-40B4-BE49-F238E27FC236}">
                <a16:creationId xmlns:a16="http://schemas.microsoft.com/office/drawing/2014/main" id="{88085351-D6AA-44E4-5F53-5EA3CAB4578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85391" y="1185042"/>
            <a:ext cx="8778875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01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04DED-D14F-253E-A336-716915EA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810240-7F2C-895C-477C-F7EF18863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67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2000" i="1"/>
              <a:t>В ходе проведения тестов над проектом, проект показал себя достоиным к хостингу.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ru-RU" sz="2000" i="1" dirty="0"/>
              <a:t>Развитие возможно только с точки зрения добавления новых API и удаления </a:t>
            </a:r>
            <a:r>
              <a:rPr lang="ru-RU" sz="2000" i="1"/>
              <a:t>заглушек(некоторые функции пришлось сделать с "костылями" т.к другого способа их реализации на локал хосте нет). </a:t>
            </a:r>
            <a:endParaRPr lang="ru-RU" sz="2000" i="1" dirty="0"/>
          </a:p>
        </p:txBody>
      </p:sp>
      <p:sp>
        <p:nvSpPr>
          <p:cNvPr id="4" name="Google Shape;91;p32">
            <a:extLst>
              <a:ext uri="{FF2B5EF4-FFF2-40B4-BE49-F238E27FC236}">
                <a16:creationId xmlns:a16="http://schemas.microsoft.com/office/drawing/2014/main" id="{75188BF8-F1E2-885B-4D51-3AE651D59456}"/>
              </a:ext>
            </a:extLst>
          </p:cNvPr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2;p32">
            <a:extLst>
              <a:ext uri="{FF2B5EF4-FFF2-40B4-BE49-F238E27FC236}">
                <a16:creationId xmlns:a16="http://schemas.microsoft.com/office/drawing/2014/main" id="{07EAC0BF-AE43-35B6-46DA-A97923295634}"/>
              </a:ext>
            </a:extLst>
          </p:cNvPr>
          <p:cNvSpPr txBox="1">
            <a:spLocks/>
          </p:cNvSpPr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fld id="{00000000-1234-1234-1234-123412341234}" type="slidenum">
              <a:rPr lang="ru-RU" sz="1800" b="1" smtClean="0">
                <a:solidFill>
                  <a:schemeClr val="lt2"/>
                </a:solidFill>
              </a:rPr>
              <a:pPr algn="ctr">
                <a:buSzPts val="3600"/>
              </a:pPr>
              <a:t>8</a:t>
            </a:fld>
            <a:r>
              <a:rPr lang="ru-RU" sz="1800" b="1" dirty="0">
                <a:solidFill>
                  <a:schemeClr val="lt2"/>
                </a:solidFill>
              </a:rPr>
              <a:t> / 10</a:t>
            </a:r>
          </a:p>
        </p:txBody>
      </p:sp>
    </p:spTree>
    <p:extLst>
      <p:ext uri="{BB962C8B-B14F-4D97-AF65-F5344CB8AC3E}">
        <p14:creationId xmlns:p14="http://schemas.microsoft.com/office/powerpoint/2010/main" val="4228362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04DED-D14F-253E-A336-716915EA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использованных источников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810240-7F2C-895C-477C-F7EF18863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67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ru-RU" sz="2000" dirty="0">
                <a:solidFill>
                  <a:srgbClr val="000000"/>
                </a:solidFill>
                <a:ea typeface="+mn-lt"/>
                <a:cs typeface="+mn-lt"/>
              </a:rPr>
              <a:t>Конституция Римской империи : Законы XII таблиц и постановления Сената : пер. с лат. / под общ. ред. С. П. Кондратьева. — </a:t>
            </a:r>
            <a:r>
              <a:rPr lang="ru-RU" sz="2000">
                <a:solidFill>
                  <a:srgbClr val="000000"/>
                </a:solidFill>
                <a:ea typeface="+mn-lt"/>
                <a:cs typeface="+mn-lt"/>
              </a:rPr>
              <a:t>М. : Наука, 2024. — 312 с. — (Античная классика).</a:t>
            </a:r>
            <a:endParaRPr lang="ru-RU" dirty="0"/>
          </a:p>
          <a:p>
            <a:pPr algn="just">
              <a:buNone/>
            </a:pPr>
            <a:endParaRPr lang="ru-RU"/>
          </a:p>
          <a:p>
            <a:pPr algn="just">
              <a:buNone/>
            </a:pPr>
            <a:r>
              <a:rPr lang="ru-RU" sz="2000" dirty="0">
                <a:solidFill>
                  <a:srgbClr val="000000"/>
                </a:solidFill>
                <a:ea typeface="+mn-lt"/>
                <a:cs typeface="+mn-lt"/>
              </a:rPr>
              <a:t>Библия. Книги Священного Писания Ветхого и Нового Завета : канонические. В 2 т. Т. 1: Ветхий </a:t>
            </a:r>
            <a:r>
              <a:rPr lang="ru-RU" sz="2000">
                <a:solidFill>
                  <a:srgbClr val="000000"/>
                </a:solidFill>
                <a:ea typeface="+mn-lt"/>
                <a:cs typeface="+mn-lt"/>
              </a:rPr>
              <a:t>Завет. — М. : Издательство Московской Патриархии, 2015. — 1056 с.</a:t>
            </a:r>
            <a:endParaRPr lang="ru-RU" dirty="0"/>
          </a:p>
          <a:p>
            <a:pPr algn="just">
              <a:buNone/>
            </a:pPr>
            <a:endParaRPr lang="ru-RU"/>
          </a:p>
          <a:p>
            <a:pPr algn="just">
              <a:buNone/>
            </a:pPr>
            <a:r>
              <a:rPr lang="ru-RU" sz="2000" dirty="0">
                <a:solidFill>
                  <a:srgbClr val="000000"/>
                </a:solidFill>
                <a:ea typeface="+mn-lt"/>
                <a:cs typeface="+mn-lt"/>
              </a:rPr>
              <a:t>Сунь-цзы. Искусство войны : трактат о военной стратегии / Сунь-цзы ; пер. с древнекит. Н. И. </a:t>
            </a:r>
            <a:r>
              <a:rPr lang="ru-RU" sz="2000">
                <a:solidFill>
                  <a:srgbClr val="000000"/>
                </a:solidFill>
                <a:ea typeface="+mn-lt"/>
                <a:cs typeface="+mn-lt"/>
              </a:rPr>
              <a:t>Конрада. — СПб. : Азбука-классика, 2020. — 192 с.</a:t>
            </a:r>
            <a:endParaRPr lang="ru-RU" dirty="0">
              <a:solidFill>
                <a:srgbClr val="000000"/>
              </a:solidFill>
              <a:ea typeface="+mn-lt"/>
              <a:cs typeface="+mn-lt"/>
            </a:endParaRPr>
          </a:p>
          <a:p>
            <a:pPr algn="just">
              <a:buNone/>
            </a:pPr>
            <a:endParaRPr lang="ru-RU">
              <a:solidFill>
                <a:srgbClr val="000000"/>
              </a:solidFill>
              <a:ea typeface="+mn-lt"/>
              <a:cs typeface="+mn-lt"/>
            </a:endParaRPr>
          </a:p>
          <a:p>
            <a:pPr algn="just">
              <a:buNone/>
            </a:pPr>
            <a:r>
              <a:rPr lang="ru-RU" sz="2000" dirty="0">
                <a:solidFill>
                  <a:srgbClr val="000000"/>
                </a:solidFill>
                <a:ea typeface="+mn-lt"/>
                <a:cs typeface="+mn-lt"/>
              </a:rPr>
              <a:t>Бусидо. Кодекс самурая = The Way of the Warrior / пер. с яп. Р. В. Котенко ; под ред. А. Б. </a:t>
            </a:r>
            <a:r>
              <a:rPr lang="ru-RU" sz="2000">
                <a:solidFill>
                  <a:srgbClr val="000000"/>
                </a:solidFill>
                <a:ea typeface="+mn-lt"/>
                <a:cs typeface="+mn-lt"/>
              </a:rPr>
              <a:t>Никитина. — М. : Эксмо, 2019. — 480 с.</a:t>
            </a:r>
            <a:endParaRPr lang="ru-RU" dirty="0"/>
          </a:p>
        </p:txBody>
      </p:sp>
      <p:sp>
        <p:nvSpPr>
          <p:cNvPr id="4" name="Google Shape;91;p32">
            <a:extLst>
              <a:ext uri="{FF2B5EF4-FFF2-40B4-BE49-F238E27FC236}">
                <a16:creationId xmlns:a16="http://schemas.microsoft.com/office/drawing/2014/main" id="{75188BF8-F1E2-885B-4D51-3AE651D59456}"/>
              </a:ext>
            </a:extLst>
          </p:cNvPr>
          <p:cNvSpPr/>
          <p:nvPr/>
        </p:nvSpPr>
        <p:spPr>
          <a:xfrm>
            <a:off x="10559347" y="0"/>
            <a:ext cx="1048512" cy="354806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2;p32">
            <a:extLst>
              <a:ext uri="{FF2B5EF4-FFF2-40B4-BE49-F238E27FC236}">
                <a16:creationId xmlns:a16="http://schemas.microsoft.com/office/drawing/2014/main" id="{07EAC0BF-AE43-35B6-46DA-A97923295634}"/>
              </a:ext>
            </a:extLst>
          </p:cNvPr>
          <p:cNvSpPr txBox="1">
            <a:spLocks/>
          </p:cNvSpPr>
          <p:nvPr/>
        </p:nvSpPr>
        <p:spPr>
          <a:xfrm>
            <a:off x="10559347" y="29972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fld id="{00000000-1234-1234-1234-123412341234}" type="slidenum">
              <a:rPr lang="ru-RU" sz="1800" b="1" smtClean="0">
                <a:solidFill>
                  <a:schemeClr val="lt2"/>
                </a:solidFill>
              </a:rPr>
              <a:pPr algn="ctr">
                <a:buSzPts val="3600"/>
              </a:pPr>
              <a:t>9</a:t>
            </a:fld>
            <a:r>
              <a:rPr lang="ru-RU" sz="1800" b="1" dirty="0">
                <a:solidFill>
                  <a:schemeClr val="lt2"/>
                </a:solidFill>
              </a:rPr>
              <a:t> / 10</a:t>
            </a:r>
          </a:p>
        </p:txBody>
      </p:sp>
    </p:spTree>
    <p:extLst>
      <p:ext uri="{BB962C8B-B14F-4D97-AF65-F5344CB8AC3E}">
        <p14:creationId xmlns:p14="http://schemas.microsoft.com/office/powerpoint/2010/main" val="2945751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239C9A-3A08-F635-5EE5-209A8F7D9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28127"/>
            <a:ext cx="9144000" cy="967694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979A4A0-22F7-0A64-BD94-AF9C09C2B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873"/>
            <a:ext cx="9144000" cy="24618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ru-RU" dirty="0"/>
              <a:t>Почта</a:t>
            </a:r>
            <a:r>
              <a:rPr lang="en-US" dirty="0"/>
              <a:t>:</a:t>
            </a:r>
          </a:p>
          <a:p>
            <a:pPr algn="l"/>
            <a:r>
              <a:rPr lang="en-US"/>
              <a:t>Fireworkstudio@yandex.ru</a:t>
            </a:r>
          </a:p>
          <a:p>
            <a:pPr algn="l"/>
            <a:endParaRPr lang="en-US" dirty="0"/>
          </a:p>
          <a:p>
            <a:pPr algn="l"/>
            <a:r>
              <a:rPr lang="ru-RU" dirty="0"/>
              <a:t>Телеграм</a:t>
            </a:r>
            <a:r>
              <a:rPr lang="en-US" dirty="0"/>
              <a:t>:</a:t>
            </a:r>
          </a:p>
          <a:p>
            <a:pPr algn="l"/>
            <a:r>
              <a:rPr lang="en-US"/>
              <a:t>@Tutitym</a:t>
            </a:r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0A8E024-EA53-3A64-71BD-0C8A85857C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6936" y="59032"/>
            <a:ext cx="3178128" cy="224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6045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421</Words>
  <Application>Microsoft Office PowerPoint</Application>
  <PresentationFormat>Широкоэкранный</PresentationFormat>
  <Paragraphs>68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Fire Work Web</vt:lpstr>
      <vt:lpstr>Актуальность / Проблематика</vt:lpstr>
      <vt:lpstr>Цели и задачи</vt:lpstr>
      <vt:lpstr>Используемое ПО и ресурсы</vt:lpstr>
      <vt:lpstr>Методика выполнения работы</vt:lpstr>
      <vt:lpstr>Результаты</vt:lpstr>
      <vt:lpstr>Демонстрационное видео</vt:lpstr>
      <vt:lpstr>Выводы</vt:lpstr>
      <vt:lpstr>Список использованных источников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проекта</dc:title>
  <dc:creator>Артём борисов</dc:creator>
  <cp:lastModifiedBy>Артём борисов</cp:lastModifiedBy>
  <cp:revision>142</cp:revision>
  <dcterms:created xsi:type="dcterms:W3CDTF">2025-11-21T19:20:54Z</dcterms:created>
  <dcterms:modified xsi:type="dcterms:W3CDTF">2026-05-15T08:44:37Z</dcterms:modified>
</cp:coreProperties>
</file>